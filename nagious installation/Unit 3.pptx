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83" r:id="rId6"/>
    <p:sldId id="259" r:id="rId7"/>
    <p:sldId id="260" r:id="rId8"/>
    <p:sldId id="261" r:id="rId9"/>
    <p:sldId id="262" r:id="rId10"/>
    <p:sldId id="263" r:id="rId11"/>
    <p:sldId id="264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66" r:id="rId23"/>
    <p:sldId id="279" r:id="rId24"/>
    <p:sldId id="280" r:id="rId25"/>
    <p:sldId id="281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65" r:id="rId36"/>
    <p:sldId id="284" r:id="rId37"/>
    <p:sldId id="285" r:id="rId38"/>
    <p:sldId id="286" r:id="rId39"/>
    <p:sldId id="287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0" d="100"/>
          <a:sy n="40" d="100"/>
        </p:scale>
        <p:origin x="43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preet Kaur" userId="78b28b6fe1eb6666" providerId="LiveId" clId="{04E9CC33-104D-457D-B955-0BF5BD3BF80B}"/>
    <pc:docChg chg="undo custSel addSld delSld modSld">
      <pc:chgData name="Manpreet Kaur" userId="78b28b6fe1eb6666" providerId="LiveId" clId="{04E9CC33-104D-457D-B955-0BF5BD3BF80B}" dt="2025-09-30T08:47:16.685" v="176" actId="27636"/>
      <pc:docMkLst>
        <pc:docMk/>
      </pc:docMkLst>
      <pc:sldChg chg="modSp del mod">
        <pc:chgData name="Manpreet Kaur" userId="78b28b6fe1eb6666" providerId="LiveId" clId="{04E9CC33-104D-457D-B955-0BF5BD3BF80B}" dt="2025-09-30T08:41:39.102" v="78" actId="47"/>
        <pc:sldMkLst>
          <pc:docMk/>
          <pc:sldMk cId="2622354043" sldId="282"/>
        </pc:sldMkLst>
        <pc:spChg chg="mod">
          <ac:chgData name="Manpreet Kaur" userId="78b28b6fe1eb6666" providerId="LiveId" clId="{04E9CC33-104D-457D-B955-0BF5BD3BF80B}" dt="2025-09-30T08:41:34.884" v="77" actId="20577"/>
          <ac:spMkLst>
            <pc:docMk/>
            <pc:sldMk cId="2622354043" sldId="282"/>
            <ac:spMk id="2" creationId="{6407B10D-BC7A-5649-BD68-6ED83D70B240}"/>
          </ac:spMkLst>
        </pc:spChg>
      </pc:sldChg>
      <pc:sldChg chg="modSp new">
        <pc:chgData name="Manpreet Kaur" userId="78b28b6fe1eb6666" providerId="LiveId" clId="{04E9CC33-104D-457D-B955-0BF5BD3BF80B}" dt="2025-09-30T08:38:13.221" v="24"/>
        <pc:sldMkLst>
          <pc:docMk/>
          <pc:sldMk cId="2774371071" sldId="284"/>
        </pc:sldMkLst>
        <pc:spChg chg="mod">
          <ac:chgData name="Manpreet Kaur" userId="78b28b6fe1eb6666" providerId="LiveId" clId="{04E9CC33-104D-457D-B955-0BF5BD3BF80B}" dt="2025-09-30T08:38:13.221" v="24"/>
          <ac:spMkLst>
            <pc:docMk/>
            <pc:sldMk cId="2774371071" sldId="284"/>
            <ac:spMk id="3" creationId="{D47BA3B2-EC01-FA8A-9D25-242AC3028E4D}"/>
          </ac:spMkLst>
        </pc:spChg>
      </pc:sldChg>
      <pc:sldChg chg="modSp new mod">
        <pc:chgData name="Manpreet Kaur" userId="78b28b6fe1eb6666" providerId="LiveId" clId="{04E9CC33-104D-457D-B955-0BF5BD3BF80B}" dt="2025-09-30T08:38:57.496" v="35" actId="27636"/>
        <pc:sldMkLst>
          <pc:docMk/>
          <pc:sldMk cId="2383844999" sldId="285"/>
        </pc:sldMkLst>
        <pc:spChg chg="mod">
          <ac:chgData name="Manpreet Kaur" userId="78b28b6fe1eb6666" providerId="LiveId" clId="{04E9CC33-104D-457D-B955-0BF5BD3BF80B}" dt="2025-09-30T08:38:57.496" v="35" actId="27636"/>
          <ac:spMkLst>
            <pc:docMk/>
            <pc:sldMk cId="2383844999" sldId="285"/>
            <ac:spMk id="3" creationId="{A3C036D9-AC60-E13C-E756-7939E7A4C5A1}"/>
          </ac:spMkLst>
        </pc:spChg>
      </pc:sldChg>
      <pc:sldChg chg="modSp new mod">
        <pc:chgData name="Manpreet Kaur" userId="78b28b6fe1eb6666" providerId="LiveId" clId="{04E9CC33-104D-457D-B955-0BF5BD3BF80B}" dt="2025-09-30T08:39:22.298" v="52" actId="20577"/>
        <pc:sldMkLst>
          <pc:docMk/>
          <pc:sldMk cId="2092546127" sldId="286"/>
        </pc:sldMkLst>
        <pc:spChg chg="mod">
          <ac:chgData name="Manpreet Kaur" userId="78b28b6fe1eb6666" providerId="LiveId" clId="{04E9CC33-104D-457D-B955-0BF5BD3BF80B}" dt="2025-09-30T08:39:22.298" v="52" actId="20577"/>
          <ac:spMkLst>
            <pc:docMk/>
            <pc:sldMk cId="2092546127" sldId="286"/>
            <ac:spMk id="2" creationId="{A908A766-5CE2-473F-B8C9-731187FFC2EA}"/>
          </ac:spMkLst>
        </pc:spChg>
        <pc:spChg chg="mod">
          <ac:chgData name="Manpreet Kaur" userId="78b28b6fe1eb6666" providerId="LiveId" clId="{04E9CC33-104D-457D-B955-0BF5BD3BF80B}" dt="2025-09-30T08:39:16.927" v="37"/>
          <ac:spMkLst>
            <pc:docMk/>
            <pc:sldMk cId="2092546127" sldId="286"/>
            <ac:spMk id="3" creationId="{EE9D7C71-F101-8744-0C82-36D3DF1577FC}"/>
          </ac:spMkLst>
        </pc:spChg>
      </pc:sldChg>
      <pc:sldChg chg="modSp new mod">
        <pc:chgData name="Manpreet Kaur" userId="78b28b6fe1eb6666" providerId="LiveId" clId="{04E9CC33-104D-457D-B955-0BF5BD3BF80B}" dt="2025-09-30T08:40:16.816" v="74" actId="20577"/>
        <pc:sldMkLst>
          <pc:docMk/>
          <pc:sldMk cId="1509915412" sldId="287"/>
        </pc:sldMkLst>
        <pc:spChg chg="mod">
          <ac:chgData name="Manpreet Kaur" userId="78b28b6fe1eb6666" providerId="LiveId" clId="{04E9CC33-104D-457D-B955-0BF5BD3BF80B}" dt="2025-09-30T08:40:16.816" v="74" actId="20577"/>
          <ac:spMkLst>
            <pc:docMk/>
            <pc:sldMk cId="1509915412" sldId="287"/>
            <ac:spMk id="3" creationId="{88F8EA7A-A24C-685E-4144-80F0566E95E3}"/>
          </ac:spMkLst>
        </pc:spChg>
      </pc:sldChg>
      <pc:sldChg chg="modSp new mod">
        <pc:chgData name="Manpreet Kaur" userId="78b28b6fe1eb6666" providerId="LiveId" clId="{04E9CC33-104D-457D-B955-0BF5BD3BF80B}" dt="2025-09-30T08:41:52.635" v="80" actId="5793"/>
        <pc:sldMkLst>
          <pc:docMk/>
          <pc:sldMk cId="4164274043" sldId="288"/>
        </pc:sldMkLst>
        <pc:spChg chg="mod">
          <ac:chgData name="Manpreet Kaur" userId="78b28b6fe1eb6666" providerId="LiveId" clId="{04E9CC33-104D-457D-B955-0BF5BD3BF80B}" dt="2025-09-30T08:41:21.934" v="76"/>
          <ac:spMkLst>
            <pc:docMk/>
            <pc:sldMk cId="4164274043" sldId="288"/>
            <ac:spMk id="2" creationId="{527DBD55-4538-A65B-A436-F46A5BC6CEEE}"/>
          </ac:spMkLst>
        </pc:spChg>
        <pc:spChg chg="mod">
          <ac:chgData name="Manpreet Kaur" userId="78b28b6fe1eb6666" providerId="LiveId" clId="{04E9CC33-104D-457D-B955-0BF5BD3BF80B}" dt="2025-09-30T08:41:52.635" v="80" actId="5793"/>
          <ac:spMkLst>
            <pc:docMk/>
            <pc:sldMk cId="4164274043" sldId="288"/>
            <ac:spMk id="3" creationId="{6351CFD2-39F3-34CD-D47B-101BF0000213}"/>
          </ac:spMkLst>
        </pc:spChg>
      </pc:sldChg>
      <pc:sldChg chg="modSp new mod">
        <pc:chgData name="Manpreet Kaur" userId="78b28b6fe1eb6666" providerId="LiveId" clId="{04E9CC33-104D-457D-B955-0BF5BD3BF80B}" dt="2025-09-30T08:42:48.048" v="88" actId="5793"/>
        <pc:sldMkLst>
          <pc:docMk/>
          <pc:sldMk cId="1366308531" sldId="289"/>
        </pc:sldMkLst>
        <pc:spChg chg="mod">
          <ac:chgData name="Manpreet Kaur" userId="78b28b6fe1eb6666" providerId="LiveId" clId="{04E9CC33-104D-457D-B955-0BF5BD3BF80B}" dt="2025-09-30T08:42:13.440" v="82"/>
          <ac:spMkLst>
            <pc:docMk/>
            <pc:sldMk cId="1366308531" sldId="289"/>
            <ac:spMk id="2" creationId="{46A0F1E9-CB3B-53F9-BF9A-7FE1E776F505}"/>
          </ac:spMkLst>
        </pc:spChg>
        <pc:spChg chg="mod">
          <ac:chgData name="Manpreet Kaur" userId="78b28b6fe1eb6666" providerId="LiveId" clId="{04E9CC33-104D-457D-B955-0BF5BD3BF80B}" dt="2025-09-30T08:42:48.048" v="88" actId="5793"/>
          <ac:spMkLst>
            <pc:docMk/>
            <pc:sldMk cId="1366308531" sldId="289"/>
            <ac:spMk id="3" creationId="{BD8B786B-F8FD-DA5B-475F-A1EE7121C5A2}"/>
          </ac:spMkLst>
        </pc:spChg>
      </pc:sldChg>
      <pc:sldChg chg="modSp new">
        <pc:chgData name="Manpreet Kaur" userId="78b28b6fe1eb6666" providerId="LiveId" clId="{04E9CC33-104D-457D-B955-0BF5BD3BF80B}" dt="2025-09-30T08:43:07.013" v="90"/>
        <pc:sldMkLst>
          <pc:docMk/>
          <pc:sldMk cId="2608529031" sldId="290"/>
        </pc:sldMkLst>
        <pc:spChg chg="mod">
          <ac:chgData name="Manpreet Kaur" userId="78b28b6fe1eb6666" providerId="LiveId" clId="{04E9CC33-104D-457D-B955-0BF5BD3BF80B}" dt="2025-09-30T08:43:07.013" v="90"/>
          <ac:spMkLst>
            <pc:docMk/>
            <pc:sldMk cId="2608529031" sldId="290"/>
            <ac:spMk id="3" creationId="{4FF1F9C3-9C27-97B0-7159-EEF5D87E9BD2}"/>
          </ac:spMkLst>
        </pc:spChg>
      </pc:sldChg>
      <pc:sldChg chg="modSp new mod">
        <pc:chgData name="Manpreet Kaur" userId="78b28b6fe1eb6666" providerId="LiveId" clId="{04E9CC33-104D-457D-B955-0BF5BD3BF80B}" dt="2025-09-30T08:44:01.316" v="96" actId="5793"/>
        <pc:sldMkLst>
          <pc:docMk/>
          <pc:sldMk cId="139870611" sldId="291"/>
        </pc:sldMkLst>
        <pc:spChg chg="mod">
          <ac:chgData name="Manpreet Kaur" userId="78b28b6fe1eb6666" providerId="LiveId" clId="{04E9CC33-104D-457D-B955-0BF5BD3BF80B}" dt="2025-09-30T08:43:29.372" v="92"/>
          <ac:spMkLst>
            <pc:docMk/>
            <pc:sldMk cId="139870611" sldId="291"/>
            <ac:spMk id="2" creationId="{3A91E47B-F2F4-AD70-637B-C1856A1E3995}"/>
          </ac:spMkLst>
        </pc:spChg>
        <pc:spChg chg="mod">
          <ac:chgData name="Manpreet Kaur" userId="78b28b6fe1eb6666" providerId="LiveId" clId="{04E9CC33-104D-457D-B955-0BF5BD3BF80B}" dt="2025-09-30T08:44:01.316" v="96" actId="5793"/>
          <ac:spMkLst>
            <pc:docMk/>
            <pc:sldMk cId="139870611" sldId="291"/>
            <ac:spMk id="3" creationId="{B2F6C4A8-6DAF-79A5-C128-7E7867DEE52C}"/>
          </ac:spMkLst>
        </pc:spChg>
      </pc:sldChg>
      <pc:sldChg chg="modSp new mod">
        <pc:chgData name="Manpreet Kaur" userId="78b28b6fe1eb6666" providerId="LiveId" clId="{04E9CC33-104D-457D-B955-0BF5BD3BF80B}" dt="2025-09-30T08:44:36.501" v="101" actId="27636"/>
        <pc:sldMkLst>
          <pc:docMk/>
          <pc:sldMk cId="1183083641" sldId="292"/>
        </pc:sldMkLst>
        <pc:spChg chg="mod">
          <ac:chgData name="Manpreet Kaur" userId="78b28b6fe1eb6666" providerId="LiveId" clId="{04E9CC33-104D-457D-B955-0BF5BD3BF80B}" dt="2025-09-30T08:44:36.501" v="101" actId="27636"/>
          <ac:spMkLst>
            <pc:docMk/>
            <pc:sldMk cId="1183083641" sldId="292"/>
            <ac:spMk id="2" creationId="{C95784A8-9221-7CA9-B289-4DB102461D9B}"/>
          </ac:spMkLst>
        </pc:spChg>
        <pc:spChg chg="mod">
          <ac:chgData name="Manpreet Kaur" userId="78b28b6fe1eb6666" providerId="LiveId" clId="{04E9CC33-104D-457D-B955-0BF5BD3BF80B}" dt="2025-09-30T08:44:34.489" v="99" actId="21"/>
          <ac:spMkLst>
            <pc:docMk/>
            <pc:sldMk cId="1183083641" sldId="292"/>
            <ac:spMk id="3" creationId="{93A41C2C-C3DC-62A9-E879-10BF350EE653}"/>
          </ac:spMkLst>
        </pc:spChg>
      </pc:sldChg>
      <pc:sldChg chg="modSp new mod">
        <pc:chgData name="Manpreet Kaur" userId="78b28b6fe1eb6666" providerId="LiveId" clId="{04E9CC33-104D-457D-B955-0BF5BD3BF80B}" dt="2025-09-30T08:45:41.887" v="151" actId="5793"/>
        <pc:sldMkLst>
          <pc:docMk/>
          <pc:sldMk cId="260442459" sldId="293"/>
        </pc:sldMkLst>
        <pc:spChg chg="mod">
          <ac:chgData name="Manpreet Kaur" userId="78b28b6fe1eb6666" providerId="LiveId" clId="{04E9CC33-104D-457D-B955-0BF5BD3BF80B}" dt="2025-09-30T08:45:24.242" v="149" actId="27636"/>
          <ac:spMkLst>
            <pc:docMk/>
            <pc:sldMk cId="260442459" sldId="293"/>
            <ac:spMk id="2" creationId="{233A5424-63DD-C4D3-6F00-8C123628188E}"/>
          </ac:spMkLst>
        </pc:spChg>
        <pc:spChg chg="mod">
          <ac:chgData name="Manpreet Kaur" userId="78b28b6fe1eb6666" providerId="LiveId" clId="{04E9CC33-104D-457D-B955-0BF5BD3BF80B}" dt="2025-09-30T08:45:41.887" v="151" actId="5793"/>
          <ac:spMkLst>
            <pc:docMk/>
            <pc:sldMk cId="260442459" sldId="293"/>
            <ac:spMk id="3" creationId="{190A535F-53FA-B88D-4733-76872939CDD2}"/>
          </ac:spMkLst>
        </pc:spChg>
      </pc:sldChg>
      <pc:sldChg chg="modSp new mod">
        <pc:chgData name="Manpreet Kaur" userId="78b28b6fe1eb6666" providerId="LiveId" clId="{04E9CC33-104D-457D-B955-0BF5BD3BF80B}" dt="2025-09-30T08:46:26.176" v="160" actId="20577"/>
        <pc:sldMkLst>
          <pc:docMk/>
          <pc:sldMk cId="3895639831" sldId="294"/>
        </pc:sldMkLst>
        <pc:spChg chg="mod">
          <ac:chgData name="Manpreet Kaur" userId="78b28b6fe1eb6666" providerId="LiveId" clId="{04E9CC33-104D-457D-B955-0BF5BD3BF80B}" dt="2025-09-30T08:46:26.176" v="160" actId="20577"/>
          <ac:spMkLst>
            <pc:docMk/>
            <pc:sldMk cId="3895639831" sldId="294"/>
            <ac:spMk id="2" creationId="{B86A09F7-E8CD-5CE0-9F97-7F41EFA79DC7}"/>
          </ac:spMkLst>
        </pc:spChg>
        <pc:spChg chg="mod">
          <ac:chgData name="Manpreet Kaur" userId="78b28b6fe1eb6666" providerId="LiveId" clId="{04E9CC33-104D-457D-B955-0BF5BD3BF80B}" dt="2025-09-30T08:46:12.145" v="155" actId="21"/>
          <ac:spMkLst>
            <pc:docMk/>
            <pc:sldMk cId="3895639831" sldId="294"/>
            <ac:spMk id="3" creationId="{F88FFD39-8B2B-6F27-4D7D-AF430780239B}"/>
          </ac:spMkLst>
        </pc:spChg>
      </pc:sldChg>
      <pc:sldChg chg="modSp new mod">
        <pc:chgData name="Manpreet Kaur" userId="78b28b6fe1eb6666" providerId="LiveId" clId="{04E9CC33-104D-457D-B955-0BF5BD3BF80B}" dt="2025-09-30T08:46:48.198" v="167" actId="20577"/>
        <pc:sldMkLst>
          <pc:docMk/>
          <pc:sldMk cId="4040252197" sldId="295"/>
        </pc:sldMkLst>
        <pc:spChg chg="mod">
          <ac:chgData name="Manpreet Kaur" userId="78b28b6fe1eb6666" providerId="LiveId" clId="{04E9CC33-104D-457D-B955-0BF5BD3BF80B}" dt="2025-09-30T08:46:48.198" v="167" actId="20577"/>
          <ac:spMkLst>
            <pc:docMk/>
            <pc:sldMk cId="4040252197" sldId="295"/>
            <ac:spMk id="3" creationId="{0FC95762-E3E7-1813-E86E-C69E656DCBD2}"/>
          </ac:spMkLst>
        </pc:spChg>
      </pc:sldChg>
      <pc:sldChg chg="modSp new mod">
        <pc:chgData name="Manpreet Kaur" userId="78b28b6fe1eb6666" providerId="LiveId" clId="{04E9CC33-104D-457D-B955-0BF5BD3BF80B}" dt="2025-09-30T08:47:16.685" v="176" actId="27636"/>
        <pc:sldMkLst>
          <pc:docMk/>
          <pc:sldMk cId="2440176830" sldId="296"/>
        </pc:sldMkLst>
        <pc:spChg chg="mod">
          <ac:chgData name="Manpreet Kaur" userId="78b28b6fe1eb6666" providerId="LiveId" clId="{04E9CC33-104D-457D-B955-0BF5BD3BF80B}" dt="2025-09-30T08:47:16.685" v="176" actId="27636"/>
          <ac:spMkLst>
            <pc:docMk/>
            <pc:sldMk cId="2440176830" sldId="296"/>
            <ac:spMk id="2" creationId="{A99C8FBB-A12E-52D4-4434-FC0A97C6CECD}"/>
          </ac:spMkLst>
        </pc:spChg>
        <pc:spChg chg="mod">
          <ac:chgData name="Manpreet Kaur" userId="78b28b6fe1eb6666" providerId="LiveId" clId="{04E9CC33-104D-457D-B955-0BF5BD3BF80B}" dt="2025-09-30T08:47:14.796" v="174" actId="21"/>
          <ac:spMkLst>
            <pc:docMk/>
            <pc:sldMk cId="2440176830" sldId="296"/>
            <ac:spMk id="3" creationId="{645C48D3-013B-8F67-86F3-1A8C17642C1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80/nagios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Nagios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Concepts, Installation &amp; Configuration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tracking of IT systems, servers, and applications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uptime, detects failures early, minimizes downtime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Proactive issue detection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Improved system reliability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Better security compliance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Reduced MTTR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Nagios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monitoring tool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servers, networks, and applications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Features: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Alerts &amp; notifications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Plugins for customization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Web interface for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8DCCC-01A3-F71E-DCFA-9F65196F0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5926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9A31F-5C6E-E64F-1467-624739337E73}"/>
              </a:ext>
            </a:extLst>
          </p:cNvPr>
          <p:cNvSpPr txBox="1"/>
          <p:nvPr/>
        </p:nvSpPr>
        <p:spPr>
          <a:xfrm>
            <a:off x="571500" y="1558926"/>
            <a:ext cx="7443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6A67FD-F9CB-C6F3-984A-0A9376743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957263"/>
            <a:ext cx="8229600" cy="505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581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6F1A1-FBB2-095B-E5C0-285830043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703270-B03F-674C-67A9-70AF4E5580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07586"/>
            <a:ext cx="8229600" cy="406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18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Nagios Plugins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Executables/scripts used to monitor services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Examples: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check_http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check_ping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check_disk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Soft and Hard States: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state: Temporary failure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 state: Confirmed failure after retries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of Nagios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Methods: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Using Package Managers: apt-get, yum, rpm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Compiling from Source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Install prerequisites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Download Nagios Core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Compile and install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Configure Nagios user and groups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Start Nagios service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Setting up Web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web interface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 Apache + PHP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Steps: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Configure Apache virtual host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Enable CGI for Nagios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Create Nagios admin account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Access via http://&lt;server_ip&gt;/nagios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Command-Line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-v 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nagios.cfg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restart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tail -f 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/local/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/var/nagios.log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Troubleshooting &amp; automation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Nagios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Config Files: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nagios.cfg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hosts.cfg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services.cfg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Monitoring Examples: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Web servers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Databases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Disk &amp; CPU usage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(GUI)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Host &amp; service status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Downtime scheduling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Acknowledging problems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Viewing performance graphs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Navigation: Hosts → Services → Alerts → Notifications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Nagios on Ubuntu 22.04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installation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335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Nagios is a powerful IT infrastructure monitoring tool.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Monitors ongoing host activities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Issues alerts if problems occur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Available for Linux and Microsoft OS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Ubuntu 22.04 LTS is the latest release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Update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Ubuntu system packages: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update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Install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Apache, PHP, OpenSSL, and other required dependencies:</a:t>
            </a: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install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unzip curl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openssl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build-essential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libgd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-dev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libssl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-dev libapache2-mod-php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php-gd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apache2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Download Nagios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0163"/>
            <a:ext cx="8229600" cy="49831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Download the Nagios tar.gz file:</a:t>
            </a:r>
          </a:p>
          <a:p>
            <a:endParaRPr dirty="0"/>
          </a:p>
          <a:p>
            <a:r>
              <a:rPr dirty="0" err="1"/>
              <a:t>wget</a:t>
            </a:r>
            <a:r>
              <a:rPr dirty="0"/>
              <a:t> https://assets.nagios.com/downloads/nagioscore/releases/nagios-4.4.6.tar.gz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Extract the file: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lang="en-IN" dirty="0" err="1"/>
              <a:t>sudo</a:t>
            </a:r>
            <a:r>
              <a:rPr lang="en-IN" dirty="0"/>
              <a:t> tar -</a:t>
            </a:r>
            <a:r>
              <a:rPr lang="en-IN" dirty="0" err="1"/>
              <a:t>zxvf</a:t>
            </a:r>
            <a:r>
              <a:rPr lang="en-IN" dirty="0"/>
              <a:t> nagios-4.4.6.tar.gz</a:t>
            </a:r>
          </a:p>
          <a:p>
            <a:r>
              <a:rPr dirty="0"/>
              <a:t>cd nagios-4.4.6</a:t>
            </a:r>
            <a:r>
              <a:rPr lang="en-IN" dirty="0"/>
              <a:t>   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Configure and Compile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configure script: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./configure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using make: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all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Nagios user &amp; group: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install-groups-users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Apache user to Nagios group: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usermod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-a -G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www-data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Install Nagios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7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Nagios: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install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command mode: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install-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commandmode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configuration files: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install-config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Configure Apache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458200" cy="48720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web interface: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install-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webconf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Apache modules: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a2enmod rewrite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a2enmod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cgi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firewall rules: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ufw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ufw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ufw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reload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Restart Apache: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restart apache2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Create Nagios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Nagios admin user (example: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linuxhint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htpasswd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-c 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/local/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htpasswd.users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linuxhint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password for the user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 Install Nagios Plugins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plugins: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https://nagios-plugins.org/download/nagios-plugins-2.3.3.tar.gz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Extract: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 -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zxvf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nagios-plugins-2.3.3.tar.gz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nagios-plugins-2.3.3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Configure: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./configure --with-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-user=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--with-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-group=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Install: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install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Nagios version: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/local/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/bin/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http://127.0.0.1:8080/nagios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 not working follow next step</a:t>
            </a:r>
            <a:endParaRPr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output: Nagios Core 4.4.6 installed successfully.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57CB8-65EF-8D96-909A-07B004053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8" y="0"/>
            <a:ext cx="7629524" cy="1143000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Create Nagios Config File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59B9-6C35-1BC6-2EF4-5EE0CEBA3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42963"/>
            <a:ext cx="8229600" cy="6929437"/>
          </a:xfrm>
        </p:spPr>
        <p:txBody>
          <a:bodyPr>
            <a:noAutofit/>
          </a:bodyPr>
          <a:lstStyle/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nano /etc/apache2/sites-available/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nagios.conf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ScriptAlias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cgi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-bin "/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/local/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&lt;Directory "/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/local/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Options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ExecCGI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AllowOverride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Require all granted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"Nagios Access"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AuthType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AuthUserFile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/local/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/etc/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htpasswd.users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Require valid-user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&lt;/Directory&gt;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882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0B390-43FF-05B1-865D-40C84AD1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03AFE-79D9-9D86-906F-5965198FA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Alias 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/local/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/share"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&lt;Directory "/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/local/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/share"&gt;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Options None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AllowOverride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Require all granted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"Nagios Access"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AuthType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AuthUserFile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/local/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/etc/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htpasswd.users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Require valid-user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&lt;/Directory&gt;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9708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F6752-C3BB-DCCF-D703-EB9A196A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and Restart Apache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16749-9145-93F5-4B31-EEF3C7056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a2ensite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nagios.conf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a2enmod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cgi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restart apache2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/>
              <a:t>Create Nagios Web User (if not already)</a:t>
            </a:r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htpasswd</a:t>
            </a:r>
            <a:r>
              <a:rPr lang="en-IN" dirty="0"/>
              <a:t> -c /</a:t>
            </a:r>
            <a:r>
              <a:rPr lang="en-IN" dirty="0" err="1"/>
              <a:t>usr</a:t>
            </a:r>
            <a:r>
              <a:rPr lang="en-IN" dirty="0"/>
              <a:t>/local/</a:t>
            </a:r>
            <a:r>
              <a:rPr lang="en-IN" dirty="0" err="1"/>
              <a:t>nagios</a:t>
            </a:r>
            <a:r>
              <a:rPr lang="en-IN" dirty="0"/>
              <a:t>/etc/</a:t>
            </a:r>
            <a:r>
              <a:rPr lang="en-IN" dirty="0" err="1"/>
              <a:t>htpasswd.users</a:t>
            </a:r>
            <a:r>
              <a:rPr lang="en-IN" dirty="0"/>
              <a:t> </a:t>
            </a:r>
            <a:r>
              <a:rPr lang="en-IN" dirty="0" err="1"/>
              <a:t>nagiosadmin</a:t>
            </a:r>
            <a:endParaRPr lang="en-IN" dirty="0"/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output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http://127.0.0.1:8080/nagios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4089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DBD55-4538-A65B-A436-F46A5BC6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Run Nagios Manually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1CFD2-39F3-34CD-D47B-101BF0000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sudo</a:t>
            </a:r>
            <a:r>
              <a:rPr lang="en-IN" dirty="0"/>
              <a:t> /</a:t>
            </a:r>
            <a:r>
              <a:rPr lang="en-IN" dirty="0" err="1"/>
              <a:t>usr</a:t>
            </a:r>
            <a:r>
              <a:rPr lang="en-IN" dirty="0"/>
              <a:t>/local/</a:t>
            </a:r>
            <a:r>
              <a:rPr lang="en-IN" dirty="0" err="1"/>
              <a:t>nagios</a:t>
            </a:r>
            <a:r>
              <a:rPr lang="en-IN" dirty="0"/>
              <a:t>/bin/</a:t>
            </a:r>
            <a:r>
              <a:rPr lang="en-IN" dirty="0" err="1"/>
              <a:t>nagios</a:t>
            </a:r>
            <a:r>
              <a:rPr lang="en-IN" dirty="0"/>
              <a:t> /</a:t>
            </a:r>
            <a:r>
              <a:rPr lang="en-IN" dirty="0" err="1"/>
              <a:t>usr</a:t>
            </a:r>
            <a:r>
              <a:rPr lang="en-IN" dirty="0"/>
              <a:t>/local/</a:t>
            </a:r>
            <a:r>
              <a:rPr lang="en-IN" dirty="0" err="1"/>
              <a:t>nagios</a:t>
            </a:r>
            <a:r>
              <a:rPr lang="en-IN" dirty="0"/>
              <a:t>/etc/</a:t>
            </a:r>
            <a:r>
              <a:rPr lang="en-IN" dirty="0" err="1"/>
              <a:t>nagios.cfg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2740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F1E9-CB3B-53F9-BF9A-7FE1E776F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Fix </a:t>
            </a:r>
            <a:r>
              <a:rPr lang="en-US" dirty="0" err="1"/>
              <a:t>Systemd</a:t>
            </a:r>
            <a:r>
              <a:rPr lang="en-US" dirty="0"/>
              <a:t> Service 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B786B-F8FD-DA5B-475F-A1EE7121C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 err="1"/>
              <a:t>sudo</a:t>
            </a:r>
            <a:r>
              <a:rPr lang="en-IN" dirty="0"/>
              <a:t> nano /etc/</a:t>
            </a:r>
            <a:r>
              <a:rPr lang="en-IN" dirty="0" err="1"/>
              <a:t>systemd</a:t>
            </a:r>
            <a:r>
              <a:rPr lang="en-IN" dirty="0"/>
              <a:t>/system/</a:t>
            </a:r>
            <a:r>
              <a:rPr lang="en-IN" dirty="0" err="1"/>
              <a:t>nagios.service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[Unit]</a:t>
            </a:r>
          </a:p>
          <a:p>
            <a:pPr marL="0" indent="0">
              <a:buNone/>
            </a:pPr>
            <a:r>
              <a:rPr lang="en-IN" dirty="0"/>
              <a:t>Description=Nagios Core Monitoring Service</a:t>
            </a:r>
          </a:p>
          <a:p>
            <a:pPr marL="0" indent="0">
              <a:buNone/>
            </a:pPr>
            <a:r>
              <a:rPr lang="en-IN" dirty="0" err="1"/>
              <a:t>BindTo</a:t>
            </a:r>
            <a:r>
              <a:rPr lang="en-IN" dirty="0"/>
              <a:t>=</a:t>
            </a:r>
            <a:r>
              <a:rPr lang="en-IN" dirty="0" err="1"/>
              <a:t>network.target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[Service]</a:t>
            </a:r>
          </a:p>
          <a:p>
            <a:pPr marL="0" indent="0">
              <a:buNone/>
            </a:pPr>
            <a:r>
              <a:rPr lang="en-IN" dirty="0"/>
              <a:t>Type=forking</a:t>
            </a:r>
          </a:p>
          <a:p>
            <a:pPr marL="0" indent="0">
              <a:buNone/>
            </a:pPr>
            <a:r>
              <a:rPr lang="en-IN" dirty="0" err="1"/>
              <a:t>ExecStart</a:t>
            </a:r>
            <a:r>
              <a:rPr lang="en-IN" dirty="0"/>
              <a:t>=/</a:t>
            </a:r>
            <a:r>
              <a:rPr lang="en-IN" dirty="0" err="1"/>
              <a:t>usr</a:t>
            </a:r>
            <a:r>
              <a:rPr lang="en-IN" dirty="0"/>
              <a:t>/local/</a:t>
            </a:r>
            <a:r>
              <a:rPr lang="en-IN" dirty="0" err="1"/>
              <a:t>nagios</a:t>
            </a:r>
            <a:r>
              <a:rPr lang="en-IN" dirty="0"/>
              <a:t>/bin/</a:t>
            </a:r>
            <a:r>
              <a:rPr lang="en-IN" dirty="0" err="1"/>
              <a:t>nagios</a:t>
            </a:r>
            <a:r>
              <a:rPr lang="en-IN" dirty="0"/>
              <a:t> -d /</a:t>
            </a:r>
            <a:r>
              <a:rPr lang="en-IN" dirty="0" err="1"/>
              <a:t>usr</a:t>
            </a:r>
            <a:r>
              <a:rPr lang="en-IN" dirty="0"/>
              <a:t>/local/</a:t>
            </a:r>
            <a:r>
              <a:rPr lang="en-IN" dirty="0" err="1"/>
              <a:t>nagios</a:t>
            </a:r>
            <a:r>
              <a:rPr lang="en-IN" dirty="0"/>
              <a:t>/etc/</a:t>
            </a:r>
            <a:r>
              <a:rPr lang="en-IN" dirty="0" err="1"/>
              <a:t>nagios.cfg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ExecStop</a:t>
            </a:r>
            <a:r>
              <a:rPr lang="en-IN" dirty="0"/>
              <a:t>=/</a:t>
            </a:r>
            <a:r>
              <a:rPr lang="en-IN" dirty="0" err="1"/>
              <a:t>usr</a:t>
            </a:r>
            <a:r>
              <a:rPr lang="en-IN" dirty="0"/>
              <a:t>/local/</a:t>
            </a:r>
            <a:r>
              <a:rPr lang="en-IN" dirty="0" err="1"/>
              <a:t>nagios</a:t>
            </a:r>
            <a:r>
              <a:rPr lang="en-IN" dirty="0"/>
              <a:t>/bin/</a:t>
            </a:r>
            <a:r>
              <a:rPr lang="en-IN" dirty="0" err="1"/>
              <a:t>nagios</a:t>
            </a:r>
            <a:r>
              <a:rPr lang="en-IN" dirty="0"/>
              <a:t> -s /</a:t>
            </a:r>
            <a:r>
              <a:rPr lang="en-IN" dirty="0" err="1"/>
              <a:t>usr</a:t>
            </a:r>
            <a:r>
              <a:rPr lang="en-IN" dirty="0"/>
              <a:t>/local/</a:t>
            </a:r>
            <a:r>
              <a:rPr lang="en-IN" dirty="0" err="1"/>
              <a:t>nagios</a:t>
            </a:r>
            <a:r>
              <a:rPr lang="en-IN" dirty="0"/>
              <a:t>/var/</a:t>
            </a:r>
            <a:r>
              <a:rPr lang="en-IN" dirty="0" err="1"/>
              <a:t>nagios.lock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User=</a:t>
            </a:r>
            <a:r>
              <a:rPr lang="en-IN" dirty="0" err="1"/>
              <a:t>nagios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Group=</a:t>
            </a:r>
            <a:r>
              <a:rPr lang="en-IN" dirty="0" err="1"/>
              <a:t>nagios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[Install]</a:t>
            </a:r>
          </a:p>
          <a:p>
            <a:pPr marL="0" indent="0">
              <a:buNone/>
            </a:pPr>
            <a:r>
              <a:rPr lang="en-IN" dirty="0" err="1"/>
              <a:t>WantedBy</a:t>
            </a:r>
            <a:r>
              <a:rPr lang="en-IN" dirty="0"/>
              <a:t>=multi-</a:t>
            </a:r>
            <a:r>
              <a:rPr lang="en-IN" dirty="0" err="1"/>
              <a:t>user.target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6308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07EA7-B8E9-4188-7DD1-794B8598C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1F9C3-9C27-97B0-7159-EEF5D87E9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systemctl</a:t>
            </a:r>
            <a:r>
              <a:rPr lang="en-IN" dirty="0"/>
              <a:t> daemon-</a:t>
            </a:r>
            <a:r>
              <a:rPr lang="en-IN" dirty="0" err="1"/>
              <a:t>reexec</a:t>
            </a:r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systemctl</a:t>
            </a:r>
            <a:r>
              <a:rPr lang="en-IN" dirty="0"/>
              <a:t> daemon-reload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8529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1E47B-F2F4-AD70-637B-C1856A1E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Recreate Command Pipe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6C4A8-6DAF-79A5-C128-7E7867DEE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cd ~/nagios-4.4.6</a:t>
            </a:r>
          </a:p>
          <a:p>
            <a:r>
              <a:rPr lang="en-US" dirty="0" err="1"/>
              <a:t>sudo</a:t>
            </a:r>
            <a:r>
              <a:rPr lang="en-US" dirty="0"/>
              <a:t> make install-</a:t>
            </a:r>
            <a:r>
              <a:rPr lang="en-US" dirty="0" err="1"/>
              <a:t>commandmode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Fix permissions:</a:t>
            </a:r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chown</a:t>
            </a:r>
            <a:r>
              <a:rPr lang="en-IN" dirty="0"/>
              <a:t> -R </a:t>
            </a:r>
            <a:r>
              <a:rPr lang="en-IN" dirty="0" err="1"/>
              <a:t>nagios:nagios</a:t>
            </a:r>
            <a:r>
              <a:rPr lang="en-IN" dirty="0"/>
              <a:t> /</a:t>
            </a:r>
            <a:r>
              <a:rPr lang="en-IN" dirty="0" err="1"/>
              <a:t>usr</a:t>
            </a:r>
            <a:r>
              <a:rPr lang="en-IN" dirty="0"/>
              <a:t>/local/</a:t>
            </a:r>
            <a:r>
              <a:rPr lang="en-IN" dirty="0" err="1"/>
              <a:t>nagios</a:t>
            </a:r>
            <a:r>
              <a:rPr lang="en-IN" dirty="0"/>
              <a:t>/var/</a:t>
            </a:r>
            <a:r>
              <a:rPr lang="en-IN" dirty="0" err="1"/>
              <a:t>rw</a:t>
            </a:r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chmod</a:t>
            </a:r>
            <a:r>
              <a:rPr lang="en-IN" dirty="0"/>
              <a:t> -R 775 /</a:t>
            </a:r>
            <a:r>
              <a:rPr lang="en-IN" dirty="0" err="1"/>
              <a:t>usr</a:t>
            </a:r>
            <a:r>
              <a:rPr lang="en-IN" dirty="0"/>
              <a:t>/local/</a:t>
            </a:r>
            <a:r>
              <a:rPr lang="en-IN" dirty="0" err="1"/>
              <a:t>nagios</a:t>
            </a:r>
            <a:r>
              <a:rPr lang="en-IN" dirty="0"/>
              <a:t>/var/</a:t>
            </a:r>
            <a:r>
              <a:rPr lang="en-IN" dirty="0" err="1"/>
              <a:t>rw</a:t>
            </a:r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usermod</a:t>
            </a:r>
            <a:r>
              <a:rPr lang="en-IN" dirty="0"/>
              <a:t> -a -G </a:t>
            </a:r>
            <a:r>
              <a:rPr lang="en-IN" dirty="0" err="1"/>
              <a:t>nagios</a:t>
            </a:r>
            <a:r>
              <a:rPr lang="en-IN" dirty="0"/>
              <a:t> www-data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870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784A8-9221-7CA9-B289-4DB10246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Step 4: Start Service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41C2C-C3DC-62A9-E879-10BF350EE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systemctl</a:t>
            </a:r>
            <a:r>
              <a:rPr lang="en-IN" dirty="0"/>
              <a:t> start </a:t>
            </a:r>
            <a:r>
              <a:rPr lang="en-IN" dirty="0" err="1"/>
              <a:t>nagios</a:t>
            </a:r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systemctl</a:t>
            </a:r>
            <a:r>
              <a:rPr lang="en-IN" dirty="0"/>
              <a:t> status </a:t>
            </a:r>
            <a:r>
              <a:rPr lang="en-IN" dirty="0" err="1"/>
              <a:t>nagios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30836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5424-63DD-C4D3-6F00-8C1236281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still failed </a:t>
            </a:r>
            <a:r>
              <a:rPr lang="en-US" dirty="0" err="1"/>
              <a:t>nagios</a:t>
            </a:r>
            <a:r>
              <a:rPr lang="en-US" dirty="0"/>
              <a:t> then follow below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A535F-53FA-B88D-4733-76872939C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1: Remove Old Lock File</a:t>
            </a:r>
          </a:p>
          <a:p>
            <a:r>
              <a:rPr lang="en-IN" dirty="0" err="1"/>
              <a:t>sudo</a:t>
            </a:r>
            <a:r>
              <a:rPr lang="en-IN" dirty="0"/>
              <a:t> rm -f /run/</a:t>
            </a:r>
            <a:r>
              <a:rPr lang="en-IN" dirty="0" err="1"/>
              <a:t>nagios.lock</a:t>
            </a:r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rm -f /</a:t>
            </a:r>
            <a:r>
              <a:rPr lang="en-IN" dirty="0" err="1"/>
              <a:t>usr</a:t>
            </a:r>
            <a:r>
              <a:rPr lang="en-IN" dirty="0"/>
              <a:t>/local/</a:t>
            </a:r>
            <a:r>
              <a:rPr lang="en-IN" dirty="0" err="1"/>
              <a:t>nagios</a:t>
            </a:r>
            <a:r>
              <a:rPr lang="en-IN" dirty="0"/>
              <a:t>/var/</a:t>
            </a:r>
            <a:r>
              <a:rPr lang="en-IN" dirty="0" err="1"/>
              <a:t>nagios.lock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4424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A09F7-E8CD-5CE0-9F97-7F41EFA79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Step 2: Recreate Lock Directory with Correct Ownership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FFD39-8B2B-6F27-4D7D-AF4307802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sudo</a:t>
            </a:r>
            <a:r>
              <a:rPr lang="en-IN" dirty="0"/>
              <a:t> touch /</a:t>
            </a:r>
            <a:r>
              <a:rPr lang="en-IN" dirty="0" err="1"/>
              <a:t>usr</a:t>
            </a:r>
            <a:r>
              <a:rPr lang="en-IN" dirty="0"/>
              <a:t>/local/</a:t>
            </a:r>
            <a:r>
              <a:rPr lang="en-IN" dirty="0" err="1"/>
              <a:t>nagios</a:t>
            </a:r>
            <a:r>
              <a:rPr lang="en-IN" dirty="0"/>
              <a:t>/var/</a:t>
            </a:r>
            <a:r>
              <a:rPr lang="en-IN" dirty="0" err="1"/>
              <a:t>nagios.lock</a:t>
            </a:r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chown</a:t>
            </a:r>
            <a:r>
              <a:rPr lang="en-IN" dirty="0"/>
              <a:t> </a:t>
            </a:r>
            <a:r>
              <a:rPr lang="en-IN" dirty="0" err="1"/>
              <a:t>nagios:nagios</a:t>
            </a:r>
            <a:r>
              <a:rPr lang="en-IN" dirty="0"/>
              <a:t> /</a:t>
            </a:r>
            <a:r>
              <a:rPr lang="en-IN" dirty="0" err="1"/>
              <a:t>usr</a:t>
            </a:r>
            <a:r>
              <a:rPr lang="en-IN" dirty="0"/>
              <a:t>/local/</a:t>
            </a:r>
            <a:r>
              <a:rPr lang="en-IN" dirty="0" err="1"/>
              <a:t>nagios</a:t>
            </a:r>
            <a:r>
              <a:rPr lang="en-IN" dirty="0"/>
              <a:t>/var/</a:t>
            </a:r>
            <a:r>
              <a:rPr lang="en-IN" dirty="0" err="1"/>
              <a:t>nagios.lock</a:t>
            </a:r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chmod</a:t>
            </a:r>
            <a:r>
              <a:rPr lang="en-IN" dirty="0"/>
              <a:t> 664 /</a:t>
            </a:r>
            <a:r>
              <a:rPr lang="en-IN" dirty="0" err="1"/>
              <a:t>usr</a:t>
            </a:r>
            <a:r>
              <a:rPr lang="en-IN" dirty="0"/>
              <a:t>/local/</a:t>
            </a:r>
            <a:r>
              <a:rPr lang="en-IN" dirty="0" err="1"/>
              <a:t>nagios</a:t>
            </a:r>
            <a:r>
              <a:rPr lang="en-IN" dirty="0"/>
              <a:t>/var/</a:t>
            </a:r>
            <a:r>
              <a:rPr lang="en-IN" dirty="0" err="1"/>
              <a:t>nagios.lock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56398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BCC1-8CAC-8633-F6DD-CF3B86B3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95762-E3E7-1813-E86E-C69E656DC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Also fix /run lock:</a:t>
            </a:r>
          </a:p>
          <a:p>
            <a:r>
              <a:rPr lang="en-IN" dirty="0" err="1"/>
              <a:t>sudo</a:t>
            </a:r>
            <a:r>
              <a:rPr lang="en-IN" dirty="0"/>
              <a:t> touch /run/</a:t>
            </a:r>
            <a:r>
              <a:rPr lang="en-IN" dirty="0" err="1"/>
              <a:t>nagios.lock</a:t>
            </a:r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chown</a:t>
            </a:r>
            <a:r>
              <a:rPr lang="en-IN" dirty="0"/>
              <a:t> </a:t>
            </a:r>
            <a:r>
              <a:rPr lang="en-IN" dirty="0" err="1"/>
              <a:t>nagios:nagios</a:t>
            </a:r>
            <a:r>
              <a:rPr lang="en-IN" dirty="0"/>
              <a:t> /run/</a:t>
            </a:r>
            <a:r>
              <a:rPr lang="en-IN" dirty="0" err="1"/>
              <a:t>nagios.lock</a:t>
            </a:r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chmod</a:t>
            </a:r>
            <a:r>
              <a:rPr lang="en-IN" dirty="0"/>
              <a:t> 664 /run/</a:t>
            </a:r>
            <a:r>
              <a:rPr lang="en-IN" dirty="0" err="1"/>
              <a:t>nagios.lock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02521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C8FBB-A12E-52D4-4434-FC0A97C6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Step 3: Restart Nagios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C48D3-013B-8F67-86F3-1A8C17642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systemctl</a:t>
            </a:r>
            <a:r>
              <a:rPr lang="en-IN" dirty="0"/>
              <a:t> restart </a:t>
            </a:r>
            <a:r>
              <a:rPr lang="en-IN" dirty="0" err="1"/>
              <a:t>nagios</a:t>
            </a:r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systemctl</a:t>
            </a:r>
            <a:r>
              <a:rPr lang="en-IN" dirty="0"/>
              <a:t> status </a:t>
            </a:r>
            <a:r>
              <a:rPr lang="en-IN" dirty="0" err="1"/>
              <a:t>nagios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176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Deploying a Simple Web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 Monitor a web app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Deploy web app (Apache + PHP)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Configure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check_http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plugin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Set notification rules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Validate alerts and logs</a:t>
            </a:r>
          </a:p>
        </p:txBody>
      </p:sp>
    </p:spTree>
    <p:extLst>
      <p:ext uri="{BB962C8B-B14F-4D97-AF65-F5344CB8AC3E}">
        <p14:creationId xmlns:p14="http://schemas.microsoft.com/office/powerpoint/2010/main" val="1526379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CDFEF-049F-1E58-7411-11C80EB87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BA3B2-EC01-FA8A-9D25-242AC3028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sudo</a:t>
            </a:r>
            <a:r>
              <a:rPr lang="en-IN" dirty="0"/>
              <a:t> apt update</a:t>
            </a:r>
          </a:p>
          <a:p>
            <a:r>
              <a:rPr lang="en-IN" dirty="0" err="1"/>
              <a:t>sudo</a:t>
            </a:r>
            <a:r>
              <a:rPr lang="en-IN" dirty="0"/>
              <a:t> apt install apache2 </a:t>
            </a:r>
            <a:r>
              <a:rPr lang="en-IN" dirty="0" err="1"/>
              <a:t>php</a:t>
            </a:r>
            <a:r>
              <a:rPr lang="en-IN" dirty="0"/>
              <a:t> libapache2-mod-php -y</a:t>
            </a:r>
          </a:p>
        </p:txBody>
      </p:sp>
    </p:spTree>
    <p:extLst>
      <p:ext uri="{BB962C8B-B14F-4D97-AF65-F5344CB8AC3E}">
        <p14:creationId xmlns:p14="http://schemas.microsoft.com/office/powerpoint/2010/main" val="27743710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31C9-3178-6D8C-2641-CDAE2E80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036D9-AC60-E13C-E756-7939E7A4C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sudo nano /var/www/html/index.php</a:t>
            </a:r>
          </a:p>
          <a:p>
            <a:endParaRPr lang="it-IT" dirty="0"/>
          </a:p>
          <a:p>
            <a:pPr marL="0" indent="0">
              <a:buNone/>
            </a:pPr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// Simple Web App for Nagios Monitoring</a:t>
            </a:r>
          </a:p>
          <a:p>
            <a:pPr marL="0" indent="0">
              <a:buNone/>
            </a:pPr>
            <a:r>
              <a:rPr lang="en-IN" dirty="0"/>
              <a:t>echo "&lt;h1&gt;My First Web App&lt;/h1&gt;";</a:t>
            </a:r>
          </a:p>
          <a:p>
            <a:pPr marL="0" indent="0">
              <a:buNone/>
            </a:pPr>
            <a:r>
              <a:rPr lang="en-IN" dirty="0"/>
              <a:t>echo "&lt;p&gt;Status: Application is running fine ✅&lt;/p&gt;";</a:t>
            </a:r>
          </a:p>
          <a:p>
            <a:pPr marL="0" indent="0">
              <a:buNone/>
            </a:pPr>
            <a:r>
              <a:rPr lang="en-IN" dirty="0"/>
              <a:t>echo "&lt;p&gt;Server Time: " . date("Y-m-d H:i:s") . "&lt;/p&gt;";</a:t>
            </a:r>
          </a:p>
          <a:p>
            <a:pPr marL="0" indent="0">
              <a:buNone/>
            </a:pPr>
            <a:r>
              <a:rPr lang="en-IN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23838449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8A766-5CE2-473F-B8C9-731187FFC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 permissions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D7C71-F101-8744-0C82-36D3DF157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chown</a:t>
            </a:r>
            <a:r>
              <a:rPr lang="en-US" dirty="0"/>
              <a:t> </a:t>
            </a:r>
            <a:r>
              <a:rPr lang="en-US" dirty="0" err="1"/>
              <a:t>www-data:www-data</a:t>
            </a:r>
            <a:r>
              <a:rPr lang="en-US" dirty="0"/>
              <a:t> /var/www/html/</a:t>
            </a:r>
            <a:r>
              <a:rPr lang="en-US" dirty="0" err="1"/>
              <a:t>index.php</a:t>
            </a:r>
            <a:endParaRPr lang="en-US" dirty="0"/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chmod</a:t>
            </a:r>
            <a:r>
              <a:rPr lang="en-US" dirty="0"/>
              <a:t> 644 /var/www/html/</a:t>
            </a:r>
            <a:r>
              <a:rPr lang="en-US" dirty="0" err="1"/>
              <a:t>index.php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2546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CF1DF-A43B-5D7F-3E4A-39C17479F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8EA7A-A24C-685E-4144-80F0566E9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systemctl</a:t>
            </a:r>
            <a:r>
              <a:rPr lang="en-IN" dirty="0"/>
              <a:t> restart apache2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Test the browser</a:t>
            </a:r>
          </a:p>
        </p:txBody>
      </p:sp>
    </p:spTree>
    <p:extLst>
      <p:ext uri="{BB962C8B-B14F-4D97-AF65-F5344CB8AC3E}">
        <p14:creationId xmlns:p14="http://schemas.microsoft.com/office/powerpoint/2010/main" val="1509915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</TotalTime>
  <Words>1430</Words>
  <Application>Microsoft Office PowerPoint</Application>
  <PresentationFormat>On-screen Show (4:3)</PresentationFormat>
  <Paragraphs>255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Times New Roman</vt:lpstr>
      <vt:lpstr>Office Theme</vt:lpstr>
      <vt:lpstr>Nagios Monitoring</vt:lpstr>
      <vt:lpstr>Continuous Monitoring Concepts</vt:lpstr>
      <vt:lpstr>Introduction to Nagios</vt:lpstr>
      <vt:lpstr> </vt:lpstr>
      <vt:lpstr>Architecture</vt:lpstr>
      <vt:lpstr>Nagios Plugins</vt:lpstr>
      <vt:lpstr>Installation of Nagios</vt:lpstr>
      <vt:lpstr>Setting up Web Server</vt:lpstr>
      <vt:lpstr>Command-Line Interfaces</vt:lpstr>
      <vt:lpstr>Nagios Configuration</vt:lpstr>
      <vt:lpstr>Web Interface (GUI)</vt:lpstr>
      <vt:lpstr>Installing Nagios on Ubuntu 22.04</vt:lpstr>
      <vt:lpstr>Introduction</vt:lpstr>
      <vt:lpstr>Step 1: Update Packages</vt:lpstr>
      <vt:lpstr>Step 2: Install Dependencies</vt:lpstr>
      <vt:lpstr>Step 3: Download Nagios</vt:lpstr>
      <vt:lpstr>Step 4: Configure and Compile</vt:lpstr>
      <vt:lpstr>Step 5: Install Nagios</vt:lpstr>
      <vt:lpstr>Step 6: Configure Apache</vt:lpstr>
      <vt:lpstr>Step 7: Create Nagios User</vt:lpstr>
      <vt:lpstr>Step 8: Install Nagios Plugins</vt:lpstr>
      <vt:lpstr>Verify Installation</vt:lpstr>
      <vt:lpstr>Create Nagios Config File</vt:lpstr>
      <vt:lpstr>Cont..</vt:lpstr>
      <vt:lpstr>Enable and Restart Apache </vt:lpstr>
      <vt:lpstr>Step 1: Run Nagios Manually</vt:lpstr>
      <vt:lpstr>Step 2: Fix Systemd Service File</vt:lpstr>
      <vt:lpstr>PowerPoint Presentation</vt:lpstr>
      <vt:lpstr>Step 3: Recreate Command Pipe</vt:lpstr>
      <vt:lpstr>Step 4: Start Service </vt:lpstr>
      <vt:lpstr>If still failed nagios then follow below</vt:lpstr>
      <vt:lpstr> Step 2: Recreate Lock Directory with Correct Ownership </vt:lpstr>
      <vt:lpstr>PowerPoint Presentation</vt:lpstr>
      <vt:lpstr>Step 3: Restart Nagios </vt:lpstr>
      <vt:lpstr>Deploying a Simple Web App</vt:lpstr>
      <vt:lpstr>PowerPoint Presentation</vt:lpstr>
      <vt:lpstr>PowerPoint Presentation</vt:lpstr>
      <vt:lpstr>Fix permissions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Manpreet Kaur</cp:lastModifiedBy>
  <cp:revision>7</cp:revision>
  <dcterms:created xsi:type="dcterms:W3CDTF">2013-01-27T09:14:16Z</dcterms:created>
  <dcterms:modified xsi:type="dcterms:W3CDTF">2025-09-30T09:15:56Z</dcterms:modified>
  <cp:category/>
</cp:coreProperties>
</file>